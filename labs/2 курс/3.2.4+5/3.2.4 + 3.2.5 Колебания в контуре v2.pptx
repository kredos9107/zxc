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расскажу о двух связанных лабораторных: 3.2.4 про свободные колебания в RLC-контуре и 3.2.5 про вынужденные колебания в том же контуре. На установке это одна работа, поэтому рассказываю их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исследовать колебания в контуре и определить его параметры. Задачи четыре: период от ёмкости и собственная ёмкость контура; декремент и критическое сопротивление; резонансные кривые и установление колебаний; и в итоге добротность, найденная несколькими независимыми способами.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из методички: генератор через маленькую ёмкость C1 подаёт сигнал на контур из магазина индуктивности, магазина ёмкостей и магазина сопротивлений. Напряжение на конденсаторе идёт на первый канал осциллографа, напряжение на резисторе, пропорциональное току, — на второй. Генератор работает в трёх режимах: короткие импульсы для свободных колебаний, синус для резонансных кривых, цуги для установления. Из уравнения контура получаются коэффициент затухания и собственная частота. Всё, что дальше измеряем, сводится к декременту: из него добротность, а из зависимости декремента от R — критическое сопротивление. Вывод формул и формулы погрешностей вынесены в приложение.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нулевой ёмкости на магазине контур всё равно колеблется с периодом 64,8 мкс. Значит, у контура есть паразитная ёмкость — соединительная коробка, провода, вход осциллографа. По периоду это 1,06 нФ. На графике по оси X теоретический период с учётом этой ёмкости, по Y — измеренный. Нижняя панель — разность: все точки лежат на нуле в пределах погрешности 2 мкс, то есть формула Томсона подтверждается. Наклон T² от C даёт индуктивность 101 мГн — с LCR-метром расхождение 1,2 %, в пределах погрешности; пересечение даёт ту же C0. Эту ёмкость прибавляем во всех следующих расчётах.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Ёмкость выставили под собственную частоту 6,5 кГц, на магазине 5,76 нФ. Первый всплеск на осциллограмме — это сам импульс генератора, во время него колебания вынужденные, поэтому отсчёт ведём от первого максимума после импульса. Декремент — по двум максимумам через n периодов, добротность — π/Θ. С ростом R декремент растёт, добротность падает. Но при малых R декремент выходит на полку около 0,22 и дальше не уменьшается: в контуре есть потери, которые от R не зависят.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связи декремента с сопротивлением следует линейная зависимость 1/Θ² от 1/R², наклон даёт критическое сопротивление. Точки — декременты с прошлого слайда. Ошибку отсчёта амплитуды берём как половину толщины линии луча, 16 мВ: курсор ставится на середину линии. Погрешность 1/Θ² пропорциональна ΔΘ/Θ³, поэтому при малых декрементах кресты большие. Все точки ложатся на прямую в пределах погрешности. Наклон даёт 7,8 ± 1,3 кОм, расчёт с учётом собственной ёмкости 7,65 — совпадение. Без учёта собственной ёмкости было бы 8,16. Подбор на экране даёт меньше, 6,1, потому что около Rкр последний выброс сливается с линией.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способ посмотреть на те же колебания — фазовая плоскость: по X напряжение на конденсаторе, по Y ток. Затухающие колебания дают скручивающуюся спираль. Курсоры ставили на два соседних витка, между ними ровно один период. Декремент при 0,41 кОм совпал с осциллограммой. С ростом R добротность падает, при малых R близка к теории.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вынужденные колебания. Резонансные кривые сняты при двух сопротивлениях, 0,41 и 0,20 кОм. Точки аппроксимированы резонансной кривой с тремя параметрами. Вдвое большее сопротивление даёт вдвое более широкую кривую: добротность 7,1 против 14,4. Резонанс оказался на 6,1 кГц, а не на рассчитанных 6,5 — это собственная ёмкость: с её учётом расчёт даёт 6,09 кГц, совпадение 0,3 %.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контур подаются цуги — отрезки синусоиды по 15 периодов. На резонансе амплитуда нарастает к установившемуся значению по закону 1 − e^(−γt), поэтому ln(U0 − Uk) падает линейно с номером периода, наклон даёт декремент: 0,31 и 0,21. При отстройке от резонанса в начале цуга видны биения: складываются вынужденные колебания на частоте генератора и затухающие собственные на частоте ν0, огибающая пульсирует с разностной частотой около 0,8 кГц, пока собственные колебания не затухнут.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Сводная таблица добротностей. Для R2 все экспериментальные способы дают 14–15 и согласуются в пределах погрешности, среднее взвешенное 14,5 ± 0,3. Для R1 декремент, спираль и АЧХ дают около 7,1; нарастание выбивается, скорее всего установившаяся амплитуда записана чуть ниже реальной, поэтому в среднее его не включаем. Самый точный способ — АЧХ, там используются все точки кривой. Теория во всех случаях выше на 15–20 %: неучтённые потери в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Итак. Первое — у контура есть собственная ёмкость около нанофарады, и без неё ни период, ни резонансная частота не сходятся с теорией. Второе — критическое сопротивление по наклону графика 7,8 ± 1,3 кОм, совпадает с расчётом. Третье — все экспериментальные методы дают согласованную добротность, и она обратно пропорциональна сопротивлению. Четвёртое — реальные потери в контуре на 15–20 % больше, чем дают сопротивление магазина и катушки. Спасибо,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 3.2.4 + 3.2.5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574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и вынужденные колебания в электрическом контуре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Данил Данилович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Б04-505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E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· Лабораторный практикум по общей физике · Электричество и магнетизм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12648" y="1188720"/>
            <a:ext cx="10972800" cy="118872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Исследовать свободные и вынужденные колебания в RLC-контуре и определить его параметры: собственную ёмкость, критическое сопротивление и добротность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" y="2743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41248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9718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периода свободных колебаний от ёмкости, собственная ёмкость контура C₀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90488" y="2743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9088" y="2971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6967728" y="29718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Декремент затухания Θ(R) и критическое сопротивление Rкр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2648" y="4343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" y="4572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1389888" y="45720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Резонансные кривые и процесс установления вынужденных колебаний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0488" y="4343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4572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967728" y="457200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Добротность контура разными способами и сравнение с теорией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основные формулы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  <p:pic>
        <p:nvPicPr>
          <p:cNvPr id="6" name="Image 0" descr="Схема установки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6126480" cy="22677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34015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установки (из методического описания)</a:t>
            </a:r>
            <a:endParaRPr lang="en-US" sz="1200" dirty="0"/>
          </a:p>
        </p:txBody>
      </p:sp>
      <p:pic>
        <p:nvPicPr>
          <p:cNvPr id="8" name="Image 1" descr="Фото установк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1097280"/>
            <a:ext cx="4572000" cy="226771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99516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100 мГн (магазин), C, R — магазины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612648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Формулы, по которым ведётся обработка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(вывод и погрешности — Приложение)</a:t>
            </a:r>
            <a:endParaRPr lang="en-US" sz="1500" dirty="0"/>
          </a:p>
        </p:txBody>
      </p:sp>
      <p:pic>
        <p:nvPicPr>
          <p:cNvPr id="11" name="Image 2" descr="Уравнение свободных колебаний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" y="4297680"/>
            <a:ext cx="4352544" cy="5943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12648" y="5029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— коэффициент затухания, ω₀ — собственная частота, RΣ = R + Rкат (Rкат = 22,8 Ом)</a:t>
            </a:r>
            <a:endParaRPr lang="en-US" sz="1200" dirty="0"/>
          </a:p>
        </p:txBody>
      </p:sp>
      <p:pic>
        <p:nvPicPr>
          <p:cNvPr id="13" name="Image 3" descr="Декремент, добротность, Rкр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4297680"/>
            <a:ext cx="5029200" cy="62179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355080" y="5029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— логарифмический декремент по амплитудам через n периодов, Q — добротность, Rкр — критическое сопротивление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 свободных колебаний и собственная ёмкость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  <p:pic>
        <p:nvPicPr>
          <p:cNvPr id="6" name="Image 0" descr="T эксп от T теор и разность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5074920" cy="39867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35040" y="10972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C = 0 на магазине контур всё равно колеблется: T₀ = 64,8 мкс. Это паразитная ёмкость соединительной коробки, проводов и входа осциллографа: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35040" y="1965960"/>
            <a:ext cx="5532120" cy="777240"/>
          </a:xfrm>
          <a:prstGeom prst="rect">
            <a:avLst/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20116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C₀ = T₀²/4π²L = 1,06 нФ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29260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точки совпадают с Tтеор в пределах ΔT = 2 мкс (нижняя панель): формула Томсона с учётом C₀ подтверждается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Наклон T²(C) даёт индуктивность L = 101,1 ± 0,9 мГн; LCR-метр: 99,95 мГн — согласуется (1,3σ)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Пересечение той же прямой даёт C₀ = 1,06 нФ — совпадает с оценкой по T₀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35040" y="512064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CΣ = 5,76 + 1,06 = 6,82 нФ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Декремент затухания и добротность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  <p:pic>
        <p:nvPicPr>
          <p:cNvPr id="6" name="Image 0" descr="Осциллограмма затухающих колебани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5458968" cy="172821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2880360"/>
            <a:ext cx="5458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0,41 кОм, 100 мкс/дел. Первый всплеск — сам импульс генератора, отсчёт Um ведём от первого максимума после него</a:t>
            </a:r>
            <a:endParaRPr lang="en-US" sz="1200" dirty="0"/>
          </a:p>
        </p:txBody>
      </p:sp>
      <p:pic>
        <p:nvPicPr>
          <p:cNvPr id="8" name="Image 1" descr="Θ, Q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" y="3566160"/>
            <a:ext cx="5029200" cy="62179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2648" y="4343400"/>
            <a:ext cx="5458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растёт с R, но при R ≤ 0,28 кОм перестаёт падать: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≈ 0,22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потери, не зависящие от R. Ошибка отсчёта амплитуды ΔU = 16 мВ (полтолщины линии)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97280"/>
          <a:ext cx="5166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57200"/>
                <a:gridCol w="1371600"/>
                <a:gridCol w="960120"/>
                <a:gridCol w="1508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R, кОм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теор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π/Θ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 ± 0,07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 ± 1,2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 ± 0,04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 ± 1,8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 ± 0,03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 ± 2,1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 ± 0,05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14,2 ± 3,0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 ± 0,05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 ± 2,9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Критическое сопротивление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  <p:pic>
        <p:nvPicPr>
          <p:cNvPr id="6" name="Image 0" descr="График 1/Θ² от 1/RΣ²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5349240" cy="3950208"/>
          </a:xfrm>
          <a:prstGeom prst="rect">
            <a:avLst/>
          </a:prstGeom>
        </p:spPr>
      </p:pic>
      <p:pic>
        <p:nvPicPr>
          <p:cNvPr id="7" name="Image 1" descr="1/Θ² = (Rкр²/4π²)(1/RΣ²) − 1/4π²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097280"/>
            <a:ext cx="2377440" cy="8229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263640" y="201168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— Θ из таблицы на прошлом слайде, пересчитанный в Y = 1/Θ², X = 1/RΣ². Наклон прямой (взвешенный МНК) = Rкр²/4π². Ошибка ΔY = 2ΔΘ/Θ³ резко растёт при малых Θ (Приложение)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6263640" y="3017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отсчёта амплитуды ΔU = 16 мВ — полтолщины линии луча. Все точки ложатся на прямую в пределах погрешности, χ² = 2,1 при 3 степенях свободы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886200"/>
          <a:ext cx="53035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Rкр, кОм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 2√(L/C) без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 же с учётом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наклону графика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 ± 1,3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Подбор на экране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колебания на фазовой плоскости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  <p:pic>
        <p:nvPicPr>
          <p:cNvPr id="6" name="Image 0" descr="Спираль в режиме X–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3931920" cy="3822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4983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X–Y, R = 0,26 кОм; курсоры a, b — соседние витки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1097280"/>
            <a:ext cx="6629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∝ U на C, Y ∝ ток. Соседние пересечения с осью X разделены одним периодом: Θ = ln(Xk / Xk+1)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965960"/>
          <a:ext cx="6629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011680"/>
                <a:gridCol w="1508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R, кОм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π/Θ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теор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± 0,6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 ± 0,8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 ± 0,7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 ± 1,6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± 1,9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937760" y="466344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R = 0,41 кОм спираль и осциллограмма дают один декремент: 0,44 и 0,43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Резонансные кривые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  <p:pic>
        <p:nvPicPr>
          <p:cNvPr id="6" name="Image 0" descr="Резонансные кривы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6345936" cy="3931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223760" y="10972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— измерения, линии — аппроксимация формулой ниже (параметры U₀, ν₀, Q); ν₀ — частота максимума, т.е. резонанс</a:t>
            </a:r>
            <a:endParaRPr lang="en-US" sz="1300" dirty="0"/>
          </a:p>
        </p:txBody>
      </p:sp>
      <p:pic>
        <p:nvPicPr>
          <p:cNvPr id="8" name="Image 1" descr="Резонансная кривая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23760" y="2103120"/>
            <a:ext cx="3108960" cy="71323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971800"/>
          <a:ext cx="43434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08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Резонансная частота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ν₀, кГц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аппроксимация, R₁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аппроксимация, R₂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 с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 без C₀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7223760" y="47548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на уровне 1/√2: Q = ν₀/2Δν = 6,8 (R₁) и 13,8 (R₂)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Установление вынужденных колебаний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  <p:pic>
        <p:nvPicPr>
          <p:cNvPr id="6" name="Image 0" descr="Цуг на резонансе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097280"/>
            <a:ext cx="329184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Резонанс, 6,1 кГц: огибающая нарастает и спадает плавно (синий — сигнал генератора)</a:t>
            </a:r>
            <a:endParaRPr lang="en-US" sz="1200" dirty="0"/>
          </a:p>
        </p:txBody>
      </p:sp>
      <p:pic>
        <p:nvPicPr>
          <p:cNvPr id="8" name="Image 1" descr="Биения при отстройке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1097280"/>
            <a:ext cx="3291840" cy="25420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11480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Отстройка 6,89 кГц: выброс и провал огибающей в начале — биения с |ν − ν₀| ≈ 0,8 кГц</a:t>
            </a:r>
            <a:endParaRPr lang="en-US" sz="1200" dirty="0"/>
          </a:p>
        </p:txBody>
      </p:sp>
      <p:pic>
        <p:nvPicPr>
          <p:cNvPr id="10" name="Image 2" descr="ln(U0 − Uk) от 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35240" y="1097280"/>
            <a:ext cx="3931920" cy="2898648"/>
          </a:xfrm>
          <a:prstGeom prst="rect">
            <a:avLst/>
          </a:prstGeom>
        </p:spPr>
      </p:pic>
      <p:pic>
        <p:nvPicPr>
          <p:cNvPr id="11" name="Image 3" descr="Θ по нарастанию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35240" y="4069080"/>
            <a:ext cx="1828800" cy="54864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12648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резонансе U(t) = U₀(1 − exp(−γt)): ln(U₀ − Uk) падает линейно с номером периода, наклон = −Θ.  R₁: Θ = 0,31 ± 0,03;  R₂: Θ = 0,21 ± 0,01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Добротность: сравнение способов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7A84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22860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измеряли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R₁ = 0,41 кОм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R₂ = 0,20 кОм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Теория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(1/RΣ)√(L/CΣ)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Декремент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осциллограмма, π/Θ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 ± 1,2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 ± 2,9*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Спираль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фазовая плоскость, π/Θ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± 0,6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± 1,9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АЧХ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аппроксимация кривой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 ± 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 ± 0,4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Нарастание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цуг, ln(U₀ − Uk)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 ± 0,9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 ± 0,6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взвешенное по эксперименту**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 ± 0,2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 ± 0,3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2648" y="4754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точка R = 0,21 кОм.  ** для R₁ без нарастания: там U₀, вероятно, занижено. ФЧХ и затухание после цуга не измерялись. Формулы погрешностей — Приложение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234440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обладает собственной ёмкостью C₀ = 1,06 нФ. С её учётом период свободных колебаний совпадает с формулой Томсона лучше 1,2 %, а резонансная частота 6,09 кГц — с измеренной 6,11 кГц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24414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441448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1/Θ² от 1/RΣ² линейна в пределах погрешности; критическое сопротивление Rкр = 7,8 ± 1,3 кОм совпадает с расчётным 7,65 кОм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36484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648456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способы дают согласованную добротность, среднее взвешенное: Q = 7,1 ± 0,2 при 0,41 кОм и Q = 14,5 ± 0,3 при 0,20 кОм; уменьшение R вдвое удваивает Q, как и следует из Q ∝ 1/RΣ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48554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855464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малых R декремент выходит на полку Θ ≈ 0,22, а Q на 15–20 % ниже рассчитанной по R + Rкат: на 6 кГц в контуре есть дополнительные потери (катушка, магазины, генератор через C₁)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E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Зеличенко Д. Д. · Б04-505 · 3.2.4 + 3.2.5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3550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E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3.2.4 + 3.2.5 Колебания в контуре</dc:title>
  <dc:subject>PptxGenJS Presentation</dc:subject>
  <dc:creator>Зеличенко Д. Д.</dc:creator>
  <cp:lastModifiedBy>Зеличенко Д. Д.</cp:lastModifiedBy>
  <cp:revision>1</cp:revision>
  <dcterms:created xsi:type="dcterms:W3CDTF">2026-10-12T20:09:28Z</dcterms:created>
  <dcterms:modified xsi:type="dcterms:W3CDTF">2026-10-12T20:09:28Z</dcterms:modified>
</cp:coreProperties>
</file>